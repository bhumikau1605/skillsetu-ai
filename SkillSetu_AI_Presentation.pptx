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dirty="0" err="1">
                <a:solidFill>
                  <a:srgbClr val="FFFFFF"/>
                </a:solidFill>
              </a:rPr>
              <a:t>SkillSetu</a:t>
            </a:r>
            <a:r>
              <a:rPr sz="6000" b="1" dirty="0">
                <a:solidFill>
                  <a:srgbClr val="FFFFFF"/>
                </a:solidFill>
              </a:rPr>
              <a:t>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B82F6"/>
                </a:solidFill>
              </a:rPr>
              <a:t>AI Workforce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94A3B8"/>
                </a:solidFill>
              </a:rPr>
              <a:t>Karnataka Government Initiative  •  Hackathon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9E0B"/>
                </a:solidFill>
              </a:rPr>
              <a:t>ಕರ್ನಾಟಕದ ಕಾರ್ಮಿಕರಿಗಾಗಿ AI ಮೌಲ್ಯಮಾಪನ ವ್ಯವಸ್ಥೆ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4754880"/>
            <a:ext cx="2194560" cy="1097280"/>
          </a:xfrm>
          <a:prstGeom prst="rect">
            <a:avLst/>
          </a:prstGeom>
          <a:solidFill>
            <a:srgbClr val="1E29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48006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349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Languages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754880"/>
            <a:ext cx="2194560" cy="1097280"/>
          </a:xfrm>
          <a:prstGeom prst="rect">
            <a:avLst/>
          </a:prstGeom>
          <a:solidFill>
            <a:srgbClr val="1E29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48006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</a:rPr>
              <a:t>10+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349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Skill 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754880"/>
            <a:ext cx="2194560" cy="1097280"/>
          </a:xfrm>
          <a:prstGeom prst="rect">
            <a:avLst/>
          </a:prstGeom>
          <a:solidFill>
            <a:srgbClr val="1E29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48006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349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Districts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CF33CF-7570-5D1A-8987-CDE357FCC646}"/>
              </a:ext>
            </a:extLst>
          </p:cNvPr>
          <p:cNvSpPr txBox="1"/>
          <p:nvPr/>
        </p:nvSpPr>
        <p:spPr>
          <a:xfrm>
            <a:off x="3758184" y="502920"/>
            <a:ext cx="8549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Ink Free" panose="03080402000500000000" pitchFamily="66" charset="0"/>
              </a:rPr>
              <a:t>Team: </a:t>
            </a:r>
            <a:r>
              <a:rPr lang="en-IN" sz="4000" dirty="0" err="1">
                <a:solidFill>
                  <a:schemeClr val="bg1"/>
                </a:solidFill>
                <a:latin typeface="Ink Free" panose="03080402000500000000" pitchFamily="66" charset="0"/>
              </a:rPr>
              <a:t>TwinLogic</a:t>
            </a:r>
            <a:endParaRPr lang="en-IN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99616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Karnataka has 30+ districts with millions of skilled workers — but no unified assessment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39696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Manual interviews are slow, inconsistent, and prone to fraud.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79776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Language barriers prevent fair evaluation of Kannada &amp; Hindi-speaking workers.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1985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Government agencies lack real-time workforce readiness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59936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No automated way to detect duplicate or fraudulent candidates.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An end-to-end AI-powered platform that automates workforce assessment for Karnataka's skilled workers.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365760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267712"/>
            <a:ext cx="164592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AI Video Interviews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Automated interviews with real-time transcription &amp; emotion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103120"/>
            <a:ext cx="365760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267712"/>
            <a:ext cx="164592" cy="1645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2128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Smart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974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Multi-dimensional: communication, confidence, relevance, authenticity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03120"/>
            <a:ext cx="365760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2267712"/>
            <a:ext cx="164592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22128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Fraud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974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Detects duplicates, multiple faces, audio inconsistencies automatically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365760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4279392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224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Multilingual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091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Kannada-first with full Hindi &amp; English 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114800"/>
            <a:ext cx="365760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4279392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4224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Analytics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7091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District-wise insights &amp; workforce readiness reports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114800"/>
            <a:ext cx="365760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66760" y="4279392"/>
            <a:ext cx="164592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41080" y="4224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Auto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7091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Job Ready / Needs Training / Manual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294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Candidate fills basic details &amp; selects preferred language (Kannada / Hindi / English)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65176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294A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5CF6"/>
                </a:solidFill>
              </a:rPr>
              <a:t>AI Interview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1089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Answers 5 questions via webcam. AI transcribes speech in real-time.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265176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294A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</a:rPr>
              <a:t>AI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089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Scores communication, confidence, relevance, authenticity &amp; detects fraud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463040"/>
            <a:ext cx="265176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294A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4688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</a:rPr>
              <a:t>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1089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Auto-classified into workforce readiness categories with full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AI Scoring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Clarity, vocabulary, sentence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463040"/>
            <a:ext cx="6858000" cy="256032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0" y="1463040"/>
            <a:ext cx="562356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0" y="1417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</a:rP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Voice tone, pace, hesitation patterns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377440"/>
            <a:ext cx="6858000" cy="256032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0" y="2377440"/>
            <a:ext cx="507492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0" y="2331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</a:rPr>
              <a:t>74%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47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Answer alignment to the question asked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291840"/>
            <a:ext cx="6858000" cy="256032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0" y="3291840"/>
            <a:ext cx="603504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0" y="3246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Authenticity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622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Inverse of fraud score — genuine response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4206240"/>
            <a:ext cx="6858000" cy="256032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0" y="4206240"/>
            <a:ext cx="624078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0" y="4160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91%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Fraud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76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Multiple faces, audio mismatch, visibility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5120640"/>
            <a:ext cx="6858000" cy="256032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0" y="5120640"/>
            <a:ext cx="1028700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98480" y="5074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15%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Fraud Detection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1556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2860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Multiple 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Detects when more than one person is visible in the frame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627632"/>
            <a:ext cx="16459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0" y="16276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E"/>
                </a:solidFill>
              </a:rPr>
              <a:t>HIGH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11556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2286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5420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Audio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4436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Voice pattern inconsistency — coached or pre-recorded audio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2724912"/>
            <a:ext cx="1645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0" y="27249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E"/>
                </a:solidFill>
              </a:rPr>
              <a:t>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111556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2286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393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Low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Face partially obscured or camera covered during interview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3822192"/>
            <a:ext cx="164592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0" y="38221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E"/>
                </a:solidFill>
              </a:rPr>
              <a:t>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63440"/>
            <a:ext cx="111556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22860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7365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Duplicate Candidate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3892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Same person re-registering under different details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4919472"/>
            <a:ext cx="16459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0" y="4919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F1E"/>
                </a:solidFill>
              </a:rPr>
              <a:t>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Admin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517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Total Candidates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Job Ready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6517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F4444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Fraud Flags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371600"/>
            <a:ext cx="26517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94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Pending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17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Dashboard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557784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</a:rPr>
              <a:t>Candidate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690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Search, filter, sort all candidates with status badges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566160"/>
            <a:ext cx="557784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639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5CF6"/>
                </a:solidFill>
              </a:rPr>
              <a:t>Charts &amp;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690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Weekly trends, district breakdown, language &amp; classification pie charts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46320"/>
            <a:ext cx="557784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9194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</a:rPr>
              <a:t>Fraud Review Panel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492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Dedicated view for high-risk candidates with flag details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846320"/>
            <a:ext cx="557784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9194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Reports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3492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Download workforce readiness reports by district or skill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57784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B82F6"/>
                </a:solidFill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1109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</a:rPr>
              <a:t>Next.js 14 (App Router)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95728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134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7977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6791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63824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0449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Framer Motion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47872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39242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</a:rPr>
              <a:t>Recharts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557784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B5CF6"/>
                </a:solidFill>
              </a:rPr>
              <a:t>AI / 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011680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19659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Speech-to-Text (multilingual)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395728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23500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Emotion &amp; Confidence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779776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27340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Fraud Detection CV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163824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311810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NLP Relevance Scoring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31920"/>
            <a:ext cx="557784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0233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</a:rPr>
              <a:t>State &amp;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72000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5262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Zustand (global store)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956048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49103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Mock data layer (scalable to real API)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40096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2943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REST-ready architecture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931920"/>
            <a:ext cx="557784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40233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</a:rPr>
              <a:t>Deployment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572000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12280" y="45262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Vercel (frontend)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4956048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12280" y="49103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AWS Lambda (AI inference)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5340096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12280" y="52943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AWS S3 (video storage)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5724144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12280" y="567842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AWS RDS (candidate DB)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Impact &amp;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28600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B82F6"/>
                </a:solidFill>
              </a:rPr>
              <a:t>30 Districts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Full coverage across Karnataka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1508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</a:rPr>
              <a:t>3 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Kannada, Hindi, English — inclusive assessment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1554480"/>
            <a:ext cx="22860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32520" y="1508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B5CF6"/>
                </a:solidFill>
              </a:rPr>
              <a:t>10+ Skill Trades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Construction to Healthcare Aide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840480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794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</a:rPr>
              <a:t>Real-time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Instant classification — no waiting weeks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65760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840480"/>
            <a:ext cx="22860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3794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</a:rPr>
              <a:t>Fraud-proof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348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AI flags suspicious candidates automatically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66760" y="3840480"/>
            <a:ext cx="228600" cy="228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32520" y="37947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6B6D4"/>
                </a:solidFill>
              </a:rPr>
              <a:t>Scalable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348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Cloud-native — handles thousands of interviews/day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SkillSetu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B82F6"/>
                </a:solidFill>
              </a:rPr>
              <a:t>Bridging Karnataka's Skilled Workforce with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9E0B"/>
                </a:solidFill>
              </a:rPr>
              <a:t>ಕರ್ನಾಟಕದ ಕಾರ್ಮಿಕರಿಗಾಗಿ AI ಮೌಲ್ಯಮಾಪನ ವ್ಯವಸ್ಥೆ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3931920"/>
            <a:ext cx="292608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39319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Begin Interview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931920"/>
            <a:ext cx="292608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9319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© 2026 Karnataka Government Workforce Initiative  •  Hackathon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539</Words>
  <Application>Microsoft Office PowerPoint</Application>
  <PresentationFormat>Custom</PresentationFormat>
  <Paragraphs>134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Ink Free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Bhumika U</cp:lastModifiedBy>
  <cp:revision>2</cp:revision>
  <dcterms:created xsi:type="dcterms:W3CDTF">2013-01-27T09:14:16Z</dcterms:created>
  <dcterms:modified xsi:type="dcterms:W3CDTF">2026-05-06T16:43:32Z</dcterms:modified>
  <cp:category/>
</cp:coreProperties>
</file>